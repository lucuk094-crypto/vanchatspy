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word/document.xml" ContentType="application/vnd.openxmlformats-officedocument.wordprocessingml.document.main+xml"/>
  <Override PartName="/xl/workbook.xml" ContentType="application/vnd.openxmlformats-officedocument.spreadsheetml.sheet.main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Rencana Proyek</a:t>
            </a:r>
          </a:p>
          <a:p>
            <a:r>
              <a:t>Tahap pertama: riset pasar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Anggaran</a:t>
            </a:r>
          </a:p>
          <a:p>
            <a:r>
              <a:t>Total 12 juta rupiah</a:t>
            </a:r>
          </a:p>
        </p:txBody>
      </p:sp>
    </p:spTree>
  </p:cSld>
</p:sld>
</file>